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Membangun Mindset Sehat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E8B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Perjalanan Menuju Versi Terbaik Diri Kita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C4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Cerita Dimulai dari Sini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"Aku tidak bisa."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Kalimat ini pernah menghentikan banyak dari kita. Tapi tahukah kamu? Mindset adalah pilot dalam pesawat kehidupanmu. Ketika pilot percaya bisa terbang, pesawat akan terbang.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9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 itu Mindset Sehat?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Mindset sehat adalah cara berpikir yang: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Menerima tantangan sebagai peluang belajar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Tidak takut gagal, karena kegagalan = feedback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Percaya diri bisa berkembang melalui usaha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Fokus pada proses, bukan hanya hasil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Bersyukur atas apa yang dimiliki sekarang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9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Toxic Mindset vs Mindset Sehat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Toxic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Takut gagal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Menyalahkan orang lain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Tidak mau grow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Fokus kemampuan tetap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Marah saat kritik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3474720"/>
          </a:xfrm>
          <a:prstGeom prst="rect">
            <a:avLst/>
          </a:prstGeom>
          <a:solidFill>
            <a:srgbClr val="E5F5E5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B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Sehat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Belajar dari gagal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Tanggung jawab sendiri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Terus berkembang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Percaya bisa bertumbuh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Terima kritik konstruktif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9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Mindset = Superpower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 dengan growth mindset: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Suka tantangan (itu berarti belajar)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Tekun saat sulit (effort = progress)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Belajar dari kritik (bukan tersinggung)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Terinspirasi orang sukses (tidak iri)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Satu kegagalan ≠ Akhir segalanya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Percaya: "Aku belum bisa" bukan "Aku tidak bisa"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FA8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Langkah 1: Kenali Self-Talk Kamu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"Aku gagal" → "Aku belajar dari ini"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Perubahan kecil di internal dialog kamu = perubahan besar di hasil.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Dengarkan apa yang kamu katakan ke diri sendiri. Kalau toxic? Ganti dengan yang supportive.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Langkah 2: Celebrate Small Wins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Jangan tunggu hasil besar untuk senang.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Bangun habit? Celebrate hari ke-3.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Baca 10 halaman? Thats progress.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Hadapi presentasi meski nervous? Youre brave.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Ngomong hal susah ke orang? Komunikasi sehat.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Setiap langkah kecil = victory. Momentum dari kemenangan kecil = fuel untuk yang lebih besar.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9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Langkah 3: Surround Yourself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Mindset itu contagious. Orang di sekitar mempengaruhi cara pikir kamu.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Cari teman yang supportive &amp; positive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Follow content yang inspiring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Jauhkan dari orang negatif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Dengarkan cerita orang yang grow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Lingkungan sehat = mindset sehat berkembang otomatis.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C4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Kisah Nyata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Siti takut ambil kelas coding karena tidak ada background IT.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Mindset lama: "Aku tidak bisa."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Mindset baru: "Aku belum bisa, tapi aku mau coba."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Hasilnya?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Sekarang dia developer junior di startup.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Bukan karena jenius, tapi percaya bisa berkembang.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Kamu bisa jadi cerita sukses berikutnya.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Mulai Hari Ini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103120"/>
            <a:ext cx="5486400" cy="914400"/>
          </a:xfrm>
          <a:prstGeom prst="rect">
            <a:avLst/>
          </a:prstGeom>
          <a:solidFill>
            <a:srgbClr val="D4956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103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Mindset bukan soal IQ, tapi soal pilihan.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Pilih untuk percaya. Pilih untuk tumbuh.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Pilih untuk jadi versi terbaik dirimu.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Kamu bisa!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2026-08-06T09:16:30Z</dcterms:created>
  <dcterms:modified xsi:type="dcterms:W3CDTF">2026-08-06T09:16:30Z</dcterms:modified>
</cp:coreProperties>
</file>